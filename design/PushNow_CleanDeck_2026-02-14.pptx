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Marketing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PushNow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경쟁사 푸시 알림을 수집·분석하고, 타이밍과 카피를 데이터로 결정하는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2026-02-14  |  1인 개발  |  React · Supabase · OpenAI · Vercel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2514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390448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822191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07822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경쟁사 모니터링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657600"/>
            <a:ext cx="2514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67328" y="3904487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3822191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407822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골든아워 추천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2514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390448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3822191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407822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AI 카피 6안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657600"/>
            <a:ext cx="2514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53728" y="3904487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3822191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Malgun Gothic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4078224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사전 검토/벤치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419088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푸시 운영은 반복 업무지만, 실수 비용이 크고 판단 근거가 부족하다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544068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" y="2907791"/>
            <a:ext cx="45720" cy="14081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292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현업 페인포인트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49377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경쟁사 모니터링이 수동(앱 설치/캡처/공유)이라 누락/중복이 생김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발송 시간은 감으로 결정되어 경쟁 과밀 시간대에 묻히기 쉬움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카피 레퍼런스가 흩어져 검색·분류·비교가 어렵다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651760"/>
            <a:ext cx="493776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11112" y="2907791"/>
            <a:ext cx="45720" cy="14081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2852928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루트코즈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3246120"/>
            <a:ext cx="44348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데이터가 개인 폰에만 남고, 팀 자산으로 축적되지 않음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‘데이터→인사이트→액션’으로 이어지는 워크플로우 부재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시장 대비 기준점(벤치마크)이 없어 설득이 어려움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419088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해결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수집부터 의사결정까지 한 흐름으로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End-to-End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198059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15233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algun Gothic"/>
              </a:rPr>
              <a:t>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39"/>
            <a:ext cx="152339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PushRadar(Android)</a:t>
            </a:r>
          </a:p>
        </p:txBody>
      </p:sp>
      <p:sp>
        <p:nvSpPr>
          <p:cNvPr id="10" name="Chevron 9"/>
          <p:cNvSpPr/>
          <p:nvPr/>
        </p:nvSpPr>
        <p:spPr>
          <a:xfrm>
            <a:off x="2861157" y="3497579"/>
            <a:ext cx="98755" cy="18288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68142" y="2880360"/>
            <a:ext cx="198059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6742" y="3108960"/>
            <a:ext cx="15233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algun Gothic"/>
              </a:rPr>
              <a:t>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6742" y="3520439"/>
            <a:ext cx="152339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Supabase(Postgres)</a:t>
            </a:r>
          </a:p>
        </p:txBody>
      </p:sp>
      <p:sp>
        <p:nvSpPr>
          <p:cNvPr id="14" name="Chevron 13"/>
          <p:cNvSpPr/>
          <p:nvPr/>
        </p:nvSpPr>
        <p:spPr>
          <a:xfrm>
            <a:off x="5006340" y="3497579"/>
            <a:ext cx="98755" cy="18288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13324" y="2880360"/>
            <a:ext cx="198059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1924" y="3108960"/>
            <a:ext cx="15233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algun Gothic"/>
              </a:rPr>
              <a:t>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924" y="3520439"/>
            <a:ext cx="152339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Feed/Timing/Trends</a:t>
            </a:r>
          </a:p>
        </p:txBody>
      </p:sp>
      <p:sp>
        <p:nvSpPr>
          <p:cNvPr id="18" name="Chevron 17"/>
          <p:cNvSpPr/>
          <p:nvPr/>
        </p:nvSpPr>
        <p:spPr>
          <a:xfrm>
            <a:off x="7151522" y="3497579"/>
            <a:ext cx="98755" cy="18288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8507" y="2880360"/>
            <a:ext cx="198059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7107" y="3108960"/>
            <a:ext cx="15233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algun Gothic"/>
              </a:rPr>
              <a:t>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7107" y="3520439"/>
            <a:ext cx="152339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AI 카피 6안</a:t>
            </a:r>
          </a:p>
        </p:txBody>
      </p:sp>
      <p:sp>
        <p:nvSpPr>
          <p:cNvPr id="22" name="Chevron 21"/>
          <p:cNvSpPr/>
          <p:nvPr/>
        </p:nvSpPr>
        <p:spPr>
          <a:xfrm>
            <a:off x="9296704" y="3497579"/>
            <a:ext cx="98755" cy="18288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3689" y="2880360"/>
            <a:ext cx="198059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2289" y="3108960"/>
            <a:ext cx="152339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algun Gothic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2289" y="3520439"/>
            <a:ext cx="152339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Review/벤치마크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617720"/>
            <a:ext cx="10561320" cy="15087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" y="4873752"/>
            <a:ext cx="45720" cy="99669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81888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핵심 원칙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212080"/>
            <a:ext cx="10058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‘데이터’가 아니라 ‘답’을 제공: 예) “화요일 10시, 경쟁 밀도 낮음”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타이밍은 요일×시간 슬롯 집계 기반, 노이즈에 강한 분류(백분위/밀도)로 추천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트렌드는 What(훅) + Why(트리거)로 메시지 패턴을 설명 가능한 언어로 변환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419088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타깃 사용자 &amp; JTBD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누가, 어떤 순간에, 무엇을 해결하는가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544068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" y="2907791"/>
            <a:ext cx="45720" cy="29626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292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Primary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493776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CRM/그로스 마케터 (주 15~20건 푸시 발송)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KPI: CTR · 전환율 · 재구매율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고민: “경쟁사보다 잘하는지 모르겠다”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651760"/>
            <a:ext cx="49377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11112" y="2907791"/>
            <a:ext cx="45720" cy="29626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2852928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Jobs to be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3246120"/>
            <a:ext cx="443484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발송 전: 경쟁 과밀 시간대를 피하고 빈 시간대를 찾고 싶다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작성 시: 잘 되는 레퍼런스를 빠르게 찾고 초안을 빨리 만들고 싶다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분석/공유: 경쟁사 동향을 근거로 요약해 팀에 공유하고 싶다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419088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유저 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탐색 → 결정 → 작성이 끊기지 않게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61320" cy="123444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" y="2907791"/>
            <a:ext cx="45720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29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Flow A: 모니터링에서 바로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Feed → 상세 모달 → “이런 메시지 만들기” → Generate → 복사 → (선택)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69080"/>
            <a:ext cx="10561320" cy="123444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4325112"/>
            <a:ext cx="45720" cy="7223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7024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Flow B: 타이밍 기반 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63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Timing → 기간/앱 필터 → 골든아워 확인 → Generate(목적/전략/톤) → 복사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86400"/>
            <a:ext cx="10561320" cy="8229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" y="5742432"/>
            <a:ext cx="45720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68756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Flow C: 전략 학습 기반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080760"/>
            <a:ext cx="100584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Trends(훅/트리거) → 상위 전략 선택 → Generate에서 동일 전략 카피 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419088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IA &amp; 와이어프레임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정보 구조를 ‘질문’ 중심으로 단순화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Global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61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• 추천(/generate) · 피드(/feed) · 타이밍(/timing) · 트렌드(/trends) · 검토(/review)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Page Structure (Wireframe)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5440680" cy="1874519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" y="4416552"/>
            <a:ext cx="45720" cy="13624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3616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754880"/>
            <a:ext cx="493776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필터/캘린더 → 카드 리스트(무한스크롤) → 상세 모달 → 생성 CTA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160520"/>
            <a:ext cx="4937760" cy="1874519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1112" y="4416552"/>
            <a:ext cx="45720" cy="136245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4361688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Timing / Trends /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4754880"/>
            <a:ext cx="443484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Timing: 히트맵+골든아워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Trends: 훅/트리거 분포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Review: 미리보기+유사사례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419088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키 메트릭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성과를 ‘증명 가능한 행동’으로 정의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61320" cy="15087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" y="2907791"/>
            <a:ext cx="45720" cy="99669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29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North Star Metric (NSM)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100584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Insight → Action Rate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인사이트(Feed/Timing/Trends) 노출 후 복사/검토/저장 등 실행까지 이어진 세션 비율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5440680" cy="178308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4599432"/>
            <a:ext cx="45720" cy="1271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54456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Funnel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93776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page_view → signup_started → signup_completed → 활성(첫 생성/첫 상세보기)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343400"/>
            <a:ext cx="4937760" cy="178308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11112" y="4599432"/>
            <a:ext cx="45720" cy="1271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4544568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Core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937760"/>
            <a:ext cx="4434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Generate: 위저드 완료율/복사율/재생성률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Timing: 골든아워 클릭률/필터 사용률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Feed: 상세보기율/스크롤 깊이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419088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가상 시나리오 &amp;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algun Gothic"/>
              </a:rPr>
              <a:t>현업에서 ‘이렇게’ 쓰이도록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5440680" cy="246888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" y="2907791"/>
            <a:ext cx="45720" cy="19568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292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Scenario 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49377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캠페인 30분 전: Feed→Timing→Generate→Review로 빠르게 확정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주간 리포트: Trends 분포로 경쟁사 전략 요약/공유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학습: 카테고리별 패턴을 보고 톤/전략을 훈련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651760"/>
            <a:ext cx="4937760" cy="246888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11112" y="2907791"/>
            <a:ext cx="45720" cy="19568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2852928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</a:rPr>
              <a:t>Impact /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3246120"/>
            <a:ext cx="44348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• 감 기반 의사결정 ↓, 근거 기반 표준화 ↑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Freemium 제한 기반 전환, Slack/Email 리포트, CSV 내보내기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• 커스텀 앱 추가 요청/팀 협업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561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</a:rPr>
              <a:t>Demo: Feed에서 경쟁사 메시지 선택 → “이런 메시지 만들기”로 Generate 연결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419088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